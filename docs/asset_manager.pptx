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7EFF"/>
    <a:srgbClr val="5D5FEF"/>
    <a:srgbClr val="FFCC80"/>
    <a:srgbClr val="F57C00"/>
    <a:srgbClr val="A5D6A7"/>
    <a:srgbClr val="388E3C"/>
    <a:srgbClr val="90CAF9"/>
    <a:srgbClr val="1976D2"/>
    <a:srgbClr val="FF8A80"/>
    <a:srgbClr val="D3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B135-93F1-9689-E09C-9665B6E93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F5626-62FD-3CB1-380B-ACC94E26A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4C344-077D-774D-E751-EA011CFD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3CF75-91C8-A6EB-6978-D810F595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46752-94BB-8FEA-64BF-AE35601A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4824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92CF-96CF-9510-EBE6-5569912A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6C69-EBA6-D521-D9AA-A9DDF8FEA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593C7-CE96-4817-977F-2B234E58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D73E4-524B-36C4-211F-40B04BDD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0EB2-1E18-FE72-91E2-8A68C779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77101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A0E8-A383-B739-2ED8-446C59D9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21D3B-2EF9-E2B4-D558-AD4166726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48D5E-EE8B-CF71-1E2F-6F9B329E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8AF66-20FA-87FF-C58A-24906B37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977F-623D-06E8-AF46-D552DE12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4912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B3B-4801-D66C-CA4F-B4D54791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C365-E381-1B1B-8628-893736668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95AAB-0F88-0CD2-6308-88DAC0CCA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A610B-6DE0-167C-0B7E-3B92A926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AFAC4-8F4E-DA96-AE50-D39D6EE1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A237F-E9B6-9FEA-AD6A-15CBBE97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8014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EA7C-1B1C-C340-982D-7B64621D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DB3FF-2FC2-7745-59D0-E97CDE53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B9E6C-023F-F67F-7906-EC51EDED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A75AC-A274-3672-D9A1-D60FC7571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5D83B-94B3-E2DC-3549-938CC9033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19157-A893-8B44-5112-B9E5E1DC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4498D-E6C3-5E02-02A4-7FF66DB9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00CBF-4D23-7320-9059-7B1BA7CE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2807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6AB0-B03A-00F7-9D85-3ED4F029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40222-D20E-17C4-629A-F9200D91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0E691-22D2-C434-E3F6-5CE4ABA2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4F560-9C30-C63D-BC24-6420D34A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4987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3FAAB-34D8-352B-0BFD-552E74D2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3C604-37C7-4DEE-0662-0A708E3F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7E5B-0C45-8970-E4FB-8BDBE30FF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893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8167-07AA-1623-C5AB-B84A2F8F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D4A5-687E-A69C-C404-9C381B617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E13D0-F966-4F9E-A2F9-9F1AE855E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0429E-FEB5-8D52-D7B8-EDA20673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945DD-0714-0D57-8950-A2A093AB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C534-3CC7-C620-069B-10261D85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2334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AC2A-47E5-FACE-47D1-3B0681D9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44BBC-56F3-8819-9EE0-C1A51A05C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9CF37-4170-D6FD-9537-6833FBDF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A7544-A193-64DD-CAE4-278F55E2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C6F61-7328-AE2E-CE37-3AEF442A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4AACC-86E2-1B02-5BAF-529A72BE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7183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717C-6D95-A899-72DF-0EC4C3E9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F4EE3-41DC-81D8-5FCB-549F33D9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D27B9-34C1-75BF-D811-442AF459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68B64-3B0C-EB72-B6E0-0F147ED8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3AFEE-D6CD-3349-D40C-B8E3A194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1333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18061-8794-1008-A39A-55CA73EA0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3BEA1-4A00-6FE9-83C7-F0679EDA8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370E-4AEF-44FA-E604-777BBC5D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C8F9A-7F6D-AA51-3A1F-E60CF661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7541-ADF2-60BD-2329-EF3A1226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0513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85CED-180C-B681-DF25-AD098AB1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6461-F09C-7785-94F7-E5C3DF11A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BB2F-A0B6-B751-5170-E8BFDC736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42CB8-DD07-4CA9-B294-7B71FFEB1D1C}" type="datetimeFigureOut">
              <a:rPr lang="en-001" smtClean="0"/>
              <a:t>19/09/2026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B0F2-D3DF-5769-51F5-68821B956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25090-1040-AD85-2416-0ED494EAA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99CDD-6384-46C1-B495-6FB59AB27F10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8818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>
            <a:extLst>
              <a:ext uri="{FF2B5EF4-FFF2-40B4-BE49-F238E27FC236}">
                <a16:creationId xmlns:a16="http://schemas.microsoft.com/office/drawing/2014/main" id="{091FA20F-C06B-79BA-DB91-CE5513083E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5D5FE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962400" y="1295400"/>
            <a:ext cx="4876800" cy="4876800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4FBB0F3B-AE76-9A6D-7B90-290FE4316F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CC8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114800" y="1447800"/>
            <a:ext cx="4876800" cy="4876800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ED0BAF39-0D9C-76BA-9D75-41EB2DBF22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57C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267200" y="1600200"/>
            <a:ext cx="4876800" cy="4876800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A5F94F67-E015-715B-56EC-7FD235B8E1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A5D6A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419600" y="1752600"/>
            <a:ext cx="4876800" cy="487680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62C5016D-8EC2-329E-4764-6643668052F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388E3C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572000" y="1905000"/>
            <a:ext cx="4876800" cy="4876800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2EC66FC7-B127-D158-9587-08DE7C80C18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90CAF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724400" y="2057400"/>
            <a:ext cx="4876800" cy="4876800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11790A1F-87BA-3D41-3F9D-2F8697AA68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1976D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876800" y="2209800"/>
            <a:ext cx="4876800" cy="487680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9537A68C-2C91-29EE-324F-75E4A44CE8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8A8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029200" y="2362200"/>
            <a:ext cx="4876800" cy="4876800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F978A8BD-839C-14FD-2949-1E129529FA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32F2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181600" y="2514600"/>
            <a:ext cx="4876800" cy="4876800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7C725618-617D-1347-72FB-BCEFAAFC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37D7A3BB-6234-4327-5AE1-9FEC5533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C7E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10000" y="11430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6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hassan</dc:creator>
  <cp:lastModifiedBy>Omar hassan</cp:lastModifiedBy>
  <cp:revision>2</cp:revision>
  <dcterms:created xsi:type="dcterms:W3CDTF">2026-09-17T15:37:04Z</dcterms:created>
  <dcterms:modified xsi:type="dcterms:W3CDTF">2026-09-21T19:31:50Z</dcterms:modified>
</cp:coreProperties>
</file>