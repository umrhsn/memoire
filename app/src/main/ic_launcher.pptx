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25" d="100"/>
          <a:sy n="25" d="100"/>
        </p:scale>
        <p:origin x="2604" y="10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C0E1D-15D3-88EF-A59A-4C7D46AC2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3F6966-88DC-92B9-18E2-0B53D29C19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B6FD2-038F-60A0-674D-C1F0B2852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F0A3D-AE80-416C-9B88-A9A9518E27B5}" type="datetimeFigureOut">
              <a:rPr lang="en-001" smtClean="0"/>
              <a:t>29/08/2026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829BE-23E2-82C6-3EAB-FA154C4D7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F47D9-C9B5-7934-FE85-BAFD4EBE8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AB276-43D1-472B-B69C-3F87C04CD62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064119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A7A42-1034-1FD8-4F7F-A9B9F048B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FF57A-7612-33AC-B422-48FC044FE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01746-2FA6-9B02-425B-27AE6905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F0A3D-AE80-416C-9B88-A9A9518E27B5}" type="datetimeFigureOut">
              <a:rPr lang="en-001" smtClean="0"/>
              <a:t>29/08/2026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05DCF-C492-3A73-65EE-C58F5608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1484B-8348-87E9-AD0E-68E3D50F3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AB276-43D1-472B-B69C-3F87C04CD62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62320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AC53D-154B-5D3C-C73B-5A0E1A4C6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95D07-4793-816C-30E2-AC2A2DC92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75296-8B99-848B-1C48-669934DDD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F0A3D-AE80-416C-9B88-A9A9518E27B5}" type="datetimeFigureOut">
              <a:rPr lang="en-001" smtClean="0"/>
              <a:t>29/08/2026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6CB78-41D0-5E7B-3F3D-FFAD60E7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0311E-7365-6253-1CA5-485CA6EF1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AB276-43D1-472B-B69C-3F87C04CD62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534511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D53CE-4EEE-CCBB-DE47-BFE451954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13DFF-4C38-86AF-12E6-2A0EB0B40E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11A434-7A65-658C-8A50-39BDD15D8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C5158-614F-C1EB-B0D2-26B1AB1A1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F0A3D-AE80-416C-9B88-A9A9518E27B5}" type="datetimeFigureOut">
              <a:rPr lang="en-001" smtClean="0"/>
              <a:t>29/08/2026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B85D0-AA1F-F269-6084-DB48DE8C1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6D5EB-D35E-7852-C23F-658783BE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AB276-43D1-472B-B69C-3F87C04CD62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095769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C27B3-AA89-EF7E-DD7A-CEC53F9C5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E6AFC-2CE4-8EA7-DB47-B6B6A4DB5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59FE12-927D-9D8C-31D9-7048103D7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D83473-4C00-91FE-D6F0-54C09A183A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DCFDB6-1BCA-16F6-95DF-AAE3DD6EA6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A3EE69-2979-3339-A355-1C6A9AD2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F0A3D-AE80-416C-9B88-A9A9518E27B5}" type="datetimeFigureOut">
              <a:rPr lang="en-001" smtClean="0"/>
              <a:t>29/08/2026</a:t>
            </a:fld>
            <a:endParaRPr lang="en-00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8610C7-5362-4731-1F47-B980A01A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F378B6-8F97-653C-9E35-E893CB74C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AB276-43D1-472B-B69C-3F87C04CD62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126462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54C1A-227C-F6AD-ECD4-725F4B2D1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042453-3C28-F999-CD58-1CFB4D6E9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F0A3D-AE80-416C-9B88-A9A9518E27B5}" type="datetimeFigureOut">
              <a:rPr lang="en-001" smtClean="0"/>
              <a:t>29/08/2026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3CC76-1DB6-94C2-E7BA-6A0125C9C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BA39D4-A3D3-066B-3809-C88E6B772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AB276-43D1-472B-B69C-3F87C04CD62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397786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04E05F-D22B-A3E0-DA27-3FD5BBD66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F0A3D-AE80-416C-9B88-A9A9518E27B5}" type="datetimeFigureOut">
              <a:rPr lang="en-001" smtClean="0"/>
              <a:t>29/08/2026</a:t>
            </a:fld>
            <a:endParaRPr lang="en-00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38E40-DD31-FAF9-2506-03C0115E6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E2E74-EEDD-7DBE-D806-FBD48AC86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AB276-43D1-472B-B69C-3F87C04CD62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54581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B1A1E-E9AF-AFE9-4314-A7DEF090C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222D0-1B9B-3DF6-F188-8B1C0FFCE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201A8-DC94-83D2-8887-EC1560A18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CAA91-2A81-BDC7-3364-7360C613C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F0A3D-AE80-416C-9B88-A9A9518E27B5}" type="datetimeFigureOut">
              <a:rPr lang="en-001" smtClean="0"/>
              <a:t>29/08/2026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487EA-C3C0-5B74-0B6D-59CCA2850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143B2-8103-6CFD-673A-D97363BE4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AB276-43D1-472B-B69C-3F87C04CD62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531122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BD836-235C-BC94-A4F1-65213B741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DA55C4-1397-9ED3-03C0-DE82854256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697ED-FCA0-8D3D-4928-7BAE68E02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D4A5B-CD6F-F704-C09C-29D3A9D1C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F0A3D-AE80-416C-9B88-A9A9518E27B5}" type="datetimeFigureOut">
              <a:rPr lang="en-001" smtClean="0"/>
              <a:t>29/08/2026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5AED17-E1B5-5B5F-2FF4-1260AC19B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32183-2C41-57D2-6B4C-58AC50582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AB276-43D1-472B-B69C-3F87C04CD62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76973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14B66-1FFF-A5CB-6917-50136EC5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0ED30D-CCD8-E481-BF27-CD50F0091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C232E-A6FE-3DEA-0C66-57E50BBBC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F0A3D-AE80-416C-9B88-A9A9518E27B5}" type="datetimeFigureOut">
              <a:rPr lang="en-001" smtClean="0"/>
              <a:t>29/08/2026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DFD62-8DEF-CD24-F1F5-3A9D0A067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7EB382-4A2E-EDD1-A711-AD3D2EFEB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AB276-43D1-472B-B69C-3F87C04CD62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56932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D3E72-FCB7-349A-DA72-C273B2D8CD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2FBAD-D270-91F5-25A3-E02CBC4C2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B3F0F-667C-9505-7BA6-69DF9D9A8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F0A3D-AE80-416C-9B88-A9A9518E27B5}" type="datetimeFigureOut">
              <a:rPr lang="en-001" smtClean="0"/>
              <a:t>29/08/2026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A36DF-AD3D-BB69-B1DB-C7A93BBCB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18080-71BE-A56F-5829-BF0B842BC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AB276-43D1-472B-B69C-3F87C04CD62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306114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C94AC9-E421-E8C6-C4D5-83C202B93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B150A-8CA0-9046-E3A7-F6BF4E934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C90EE-808A-9A49-D9D4-9AFF990ADE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5F0A3D-AE80-416C-9B88-A9A9518E27B5}" type="datetimeFigureOut">
              <a:rPr lang="en-001" smtClean="0"/>
              <a:t>29/08/2026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5AD62-A37C-5222-7369-4D9E20EE4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C54E5-4FE5-BC35-0EF5-0C5D5CC1A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FAB276-43D1-472B-B69C-3F87C04CD62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99772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2CF28E-BA57-D025-EF63-65EECFB7C8ED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99303" y="-4466305"/>
            <a:ext cx="15790606" cy="157906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6C702F-8877-3707-AEC6-AD54E32336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026AA5-6E9B-F7ED-00FF-D20F9B34F5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00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84EAD5-2F99-B722-C41B-8E0931941E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990600"/>
            <a:ext cx="4876800" cy="4876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788A2F-1C7E-A34B-4D99-C6E6949AF5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9" b="19"/>
          <a:stretch>
            <a:fillRect/>
          </a:stretch>
        </p:blipFill>
        <p:spPr>
          <a:xfrm>
            <a:off x="-1799303" y="-4466301"/>
            <a:ext cx="15790606" cy="1579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368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hassan</dc:creator>
  <cp:lastModifiedBy>Omar hassan</cp:lastModifiedBy>
  <cp:revision>1</cp:revision>
  <dcterms:created xsi:type="dcterms:W3CDTF">2026-08-29T12:07:40Z</dcterms:created>
  <dcterms:modified xsi:type="dcterms:W3CDTF">2026-08-29T13:34:32Z</dcterms:modified>
</cp:coreProperties>
</file>